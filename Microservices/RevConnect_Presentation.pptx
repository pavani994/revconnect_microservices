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Deployment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AWS Cloud Deployment with Jenkins CI/CD for Monolithic Version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1/14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1783080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  <a:br/>
            <a:r>
              <a:t>Pushes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F"/>
                </a:solidFill>
                <a:latin typeface="Segoe UI"/>
              </a:defRPr>
            </a:pPr>
            <a:r>
              <a:t>Git commit &amp; push</a:t>
            </a:r>
            <a:br/>
            <a:r>
              <a:t>to GitHub repo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5740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0280" y="1280160"/>
            <a:ext cx="178308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  <a:br/>
            <a:r>
              <a:t>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F"/>
                </a:solidFill>
                <a:latin typeface="Segoe UI"/>
              </a:defRPr>
            </a:pPr>
            <a:r>
              <a:t>Triggers Jenkins</a:t>
            </a:r>
            <a:br/>
            <a:r>
              <a:t>build pipeline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336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1280160"/>
            <a:ext cx="1783080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Jenkins</a:t>
            </a:r>
            <a:br/>
            <a:r>
              <a:t>CI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F"/>
                </a:solidFill>
                <a:latin typeface="Segoe UI"/>
              </a:defRPr>
            </a:pPr>
            <a:r>
              <a:t>Maven build, run</a:t>
            </a:r>
            <a:br/>
            <a:r>
              <a:t>unit tests, package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1280160"/>
            <a:ext cx="1783080" cy="1463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Docker</a:t>
            </a:r>
            <a:br/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F"/>
                </a:solidFill>
                <a:latin typeface="Segoe UI"/>
              </a:defRPr>
            </a:pPr>
            <a:r>
              <a:t>Dockerfile builds</a:t>
            </a:r>
            <a:br/>
            <a:r>
              <a:t>app container image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55279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1280160"/>
            <a:ext cx="1783080" cy="1463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Push to</a:t>
            </a:r>
            <a:br/>
            <a:r>
              <a:t>Docker Hub / ECR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F"/>
                </a:solidFill>
                <a:latin typeface="Segoe UI"/>
              </a:defRPr>
            </a:pPr>
            <a:r>
              <a:t>Image pushed to</a:t>
            </a:r>
            <a:br/>
            <a:r>
              <a:t>container registry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2124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04120" y="1280160"/>
            <a:ext cx="1783080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AWS EC2</a:t>
            </a:r>
            <a:br/>
            <a: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192024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F"/>
                </a:solidFill>
                <a:latin typeface="Segoe UI"/>
              </a:defRPr>
            </a:pPr>
            <a:r>
              <a:t>Jenkins deploys to</a:t>
            </a:r>
            <a:br/>
            <a:r>
              <a:t>EC2 via SSH/ECS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AWS Cloud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474720"/>
            <a:ext cx="2103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47472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Segoe UI"/>
              </a:defRPr>
            </a:pPr>
            <a:r>
              <a:t>Route 53 / DNS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Domain routing to</a:t>
            </a:r>
            <a:br/>
            <a:r>
              <a:t>load balancer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377440" y="3886200"/>
            <a:ext cx="27432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51760" y="3474720"/>
            <a:ext cx="2103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51760" y="347472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Elastic Load</a:t>
            </a:r>
            <a:br/>
            <a:r>
              <a:t>Balancer (ALB)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Distributes traffic</a:t>
            </a:r>
            <a:br/>
            <a:r>
              <a:t>across instances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754880" y="3886200"/>
            <a:ext cx="27432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0" y="3474720"/>
            <a:ext cx="2103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347472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EC2 Instance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Runs Spring Boot</a:t>
            </a:r>
            <a:br/>
            <a:r>
              <a:t>app in Docker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132320" y="3886200"/>
            <a:ext cx="27432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406640" y="3474720"/>
            <a:ext cx="2103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347472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RDS MySQL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Managed MySQL</a:t>
            </a:r>
            <a:br/>
            <a:r>
              <a:t>database service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509760" y="3886200"/>
            <a:ext cx="27432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84080" y="3474720"/>
            <a:ext cx="2103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84080" y="347472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S3 Bucket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124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Static assets &amp;</a:t>
            </a:r>
            <a:br/>
            <a:r>
              <a:t>media file storage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Jenkins Pipeline Stages (Jenkinsfile)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5212080"/>
            <a:ext cx="1783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5212080"/>
            <a:ext cx="17830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5760" y="534924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367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3218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Checkout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577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git checkout from</a:t>
            </a:r>
            <a:br/>
            <a:r>
              <a:t>GitHub repository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40280" y="5212080"/>
            <a:ext cx="1783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240280" y="5212080"/>
            <a:ext cx="17830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331720" y="53492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5367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53218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Build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7480" y="5577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mvn clean package</a:t>
            </a:r>
            <a:br/>
            <a:r>
              <a:t>-DskipTests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206240" y="5212080"/>
            <a:ext cx="1783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0" y="5212080"/>
            <a:ext cx="17830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97680" y="53492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7680" y="5367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63440" y="53218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63440" y="5577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mvn test — runs</a:t>
            </a:r>
            <a:br/>
            <a:r>
              <a:t>unit &amp; integration tests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72199" y="5212080"/>
            <a:ext cx="1783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72199" y="5212080"/>
            <a:ext cx="1783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263639" y="534924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63639" y="5367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29399" y="53218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Docker Build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29399" y="5577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docker build -t</a:t>
            </a:r>
            <a:br/>
            <a:r>
              <a:t>revconnect:latest 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38160" y="5212080"/>
            <a:ext cx="1783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38160" y="5212080"/>
            <a:ext cx="17830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229600" y="534924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0" y="5367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95360" y="53218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Push Image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0" y="5577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docker push to</a:t>
            </a:r>
            <a:br/>
            <a:r>
              <a:t>Docker Hub / AWS ECR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104120" y="5212080"/>
            <a:ext cx="17830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04120" y="5212080"/>
            <a:ext cx="17830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195560" y="534924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95560" y="5367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61320" y="53218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5577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ssh to EC2, pull image</a:t>
            </a:r>
            <a:br/>
            <a:r>
              <a:t>docker-compose up -d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"/>
            <a:ext cx="2286000" cy="22860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1828800" cy="1828800"/>
          </a:xfrm>
          <a:prstGeom prst="ellipse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0" y="5029200"/>
            <a:ext cx="1371600" cy="137160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B82F6"/>
                </a:solidFill>
                <a:latin typeface="Segoe UI"/>
              </a:defRPr>
            </a:pPr>
            <a:r>
              <a:t>RevConnect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Segoe UI"/>
              </a:defRPr>
            </a:pPr>
            <a:r>
              <a:t>Social Media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RevConnect is a full-stack professional social media platform built using a microservices architecture with Angular 19 frontend and Spring Boot 3 backend. The system comprises 7 independent microservices (User, Post, Interaction, Connection, Notification, Feed, API Gateway) each with its own MySQL database, communicating via REST APIs and Eureka service discovery.</a:t>
            </a:r>
            <a:br/>
            <a:br/>
            <a:r>
              <a:t>Key features include user registration with email verification, JWT-based authentication, real-time personalized feeds, post creation with media uploads (images/videos), social interactions (likes, comments, shares), connection management (follow/unfollow), direct messaging with WebSocket support, push/email notifications with granular preferences, user analytics dashboards, stories, bookmarks, explore/search, and business tools (CTA buttons, paid partnerships, product tagging, scheduled posts).</a:t>
            </a:r>
            <a:br/>
            <a:br/>
            <a:r>
              <a:t>The platform supports three user types: Standard, Business, and Creator — each with tailored features. Privacy controls allow users to set profiles as Public or Private. The architecture ensures scalability, fault tolerance via circuit breakers, and clean separation of concerns.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280160"/>
            <a:ext cx="6217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280160"/>
            <a:ext cx="6217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4173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7373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Angular 19, TypeScript, RxJS, TailwindCSS, Font Awesome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286000"/>
            <a:ext cx="6217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286000"/>
            <a:ext cx="62179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4231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7432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Spring Boot 3, Java 17, Spring Cloud, Eureka, Feign, JWT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291840"/>
            <a:ext cx="6217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3291840"/>
            <a:ext cx="6217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4290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490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MySQL 8 (5 Docker containers), JPA/Hibernate, Spring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4297680"/>
            <a:ext cx="6217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4297680"/>
            <a:ext cx="6217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44348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7548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Docker Compose, API Gateway, Circuit Breakers, Eureka Discovery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5303520"/>
            <a:ext cx="6217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5303520"/>
            <a:ext cx="6217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54406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7607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Real-time Feed, Analytics, Stories, Messages, Notifications, Business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Microservices Architecture with Service Discovery &amp; API Gateway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3/14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274320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Angular 19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localhost:4200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1920240"/>
            <a:ext cx="54864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4023360" cy="7315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331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API Gateway (Spring Cloud Gateway)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51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JWT Auth | Route | Load Balance | Circuit Breaker — :8080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86000"/>
            <a:ext cx="2560320" cy="7315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Eureka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Service Discovery — :8761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1783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794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User</a:t>
            </a:r>
            <a:br/>
            <a: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25196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:8081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480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Auth, Profile</a:t>
            </a:r>
            <a:br/>
            <a:r>
              <a:t>Settings,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365760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0280" y="3657600"/>
            <a:ext cx="1783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3794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Post</a:t>
            </a:r>
            <a:br/>
            <a: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25196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:8082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480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CRUD, Schedule</a:t>
            </a:r>
            <a:br/>
            <a:r>
              <a:t>Media, CTA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65760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657600"/>
            <a:ext cx="17830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794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Feed</a:t>
            </a:r>
            <a:br/>
            <a:r>
              <a:t>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5196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:8083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480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Personalized</a:t>
            </a:r>
            <a:br/>
            <a:r>
              <a:t>Feed Aggregation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199" y="365760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199" y="3657600"/>
            <a:ext cx="1783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199" y="3794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Interaction</a:t>
            </a:r>
            <a:br/>
            <a:r>
              <a:t>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199" y="425196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:8084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199" y="4480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Likes, Comments</a:t>
            </a:r>
            <a:br/>
            <a:r>
              <a:t>Shares, Views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65760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657600"/>
            <a:ext cx="1783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794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Connection</a:t>
            </a:r>
            <a:br/>
            <a:r>
              <a:t>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25196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:8085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480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Follow/Unfollow</a:t>
            </a:r>
            <a:br/>
            <a:r>
              <a:t>Stats, Network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04120" y="365760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04120" y="3657600"/>
            <a:ext cx="1783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04120" y="3794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Notification</a:t>
            </a:r>
            <a:br/>
            <a:r>
              <a:t>Service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425196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:8086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4480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Push, Email</a:t>
            </a:r>
            <a:br/>
            <a:r>
              <a:t>Preferences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577840"/>
            <a:ext cx="178308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5623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MySQL user_db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58978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Segoe UI"/>
              </a:defRPr>
            </a:pPr>
            <a:r>
              <a:t>Docker :3307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40280" y="5577840"/>
            <a:ext cx="178308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0280" y="5623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MySQL post_db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40280" y="58978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Segoe UI"/>
              </a:defRPr>
            </a:pPr>
            <a:r>
              <a:t>Docker :3308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199" y="5577840"/>
            <a:ext cx="178308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199" y="5623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MySQL interaction_db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199" y="58978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Segoe UI"/>
              </a:defRPr>
            </a:pPr>
            <a:r>
              <a:t>Docker :3309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8160" y="5577840"/>
            <a:ext cx="178308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0" y="5623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MySQL connection_db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58978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Segoe UI"/>
              </a:defRPr>
            </a:pPr>
            <a:r>
              <a:t>Docker :3310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04120" y="5577840"/>
            <a:ext cx="178308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04120" y="56235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MySQL notification_db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58978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Segoe UI"/>
              </a:defRPr>
            </a:pPr>
            <a:r>
              <a:t>Docker :3311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Each microservice has its own isolated MySQL database running in Docker containers — Database per Service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Login, Register &amp; Forgot Password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Login Flow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286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User enters</a:t>
            </a:r>
            <a:br/>
            <a:r>
              <a:t>email &amp; password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05840" y="1874519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0" y="17373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86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Angular sends</a:t>
            </a:r>
            <a:br/>
            <a:r>
              <a:t>POST /api/auth/login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91840" y="1874519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0" y="1737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286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Gateway routes</a:t>
            </a:r>
            <a:br/>
            <a:r>
              <a:t>to User Service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77840" y="1874519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0" y="173736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286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BCrypt verifies</a:t>
            </a:r>
            <a:br/>
            <a:r>
              <a:t>password hash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3840" y="1874519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0" y="17373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286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JWT token</a:t>
            </a:r>
            <a:br/>
            <a:r>
              <a:t>generated &amp; returned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Dependencies: BCryptPasswordEncoder, JwtTokenProvider (HS256, 256-bit secret), Spring Security FilterChain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Register Flow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4572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User fills form:</a:t>
            </a:r>
            <a:br/>
            <a:r>
              <a:t>name, email, password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05840" y="4160520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43200" y="40233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572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POST /api/auth/</a:t>
            </a:r>
            <a:br/>
            <a:r>
              <a:t>register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291840" y="4160520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29200" y="4023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572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Duplicate check</a:t>
            </a:r>
            <a:br/>
            <a:r>
              <a:t>+ BCrypt hash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577840" y="4160520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15200" y="402336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72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Verification email</a:t>
            </a:r>
            <a:br/>
            <a:r>
              <a:t>sent (code in DB)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863840" y="4160520"/>
            <a:ext cx="146304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01200" y="40233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572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User clicks link</a:t>
            </a:r>
            <a:br/>
            <a:r>
              <a:t>account activated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Forgot Password 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User enters email → POST /api/auth/forgot-password → User Service generates reset token (UUID) → Email sent with reset link → User clicks link with token → Enters new password → POST /api/auth/reset-password with token → Password re-hashed with BCrypt → Success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Home Page &amp; Personalized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How posts are loaded and displayed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5/14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1783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783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User opens /feed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FeedPage component</a:t>
            </a:r>
            <a:br/>
            <a:r>
              <a:t>initializes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5740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40280" y="1280160"/>
            <a:ext cx="1783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1280160"/>
            <a:ext cx="17830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417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Load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7373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/api/users/me</a:t>
            </a:r>
            <a:br/>
            <a:r>
              <a:t>via API Gateway + JWT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1280160"/>
            <a:ext cx="1783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280160"/>
            <a:ext cx="1783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417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Fetch feed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7373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/api/posts/feed/</a:t>
            </a:r>
            <a:br/>
            <a:r>
              <a:t>personalized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932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199" y="1280160"/>
            <a:ext cx="1783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199" y="1280160"/>
            <a:ext cx="1783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39" y="1417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Feed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39" y="17373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Gets following IDs from</a:t>
            </a:r>
            <a:br/>
            <a:r>
              <a:t>Connection Service (Feign)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55279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1280160"/>
            <a:ext cx="1783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280160"/>
            <a:ext cx="1783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417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Post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7373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Queries posts by</a:t>
            </a:r>
            <a:br/>
            <a:r>
              <a:t>following user IDs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92124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4120" y="1280160"/>
            <a:ext cx="1783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04120" y="1280160"/>
            <a:ext cx="17830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1417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Enrich posts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17373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Fetches author info</a:t>
            </a:r>
            <a:br/>
            <a:r>
              <a:t>from User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Feed Page Components &amp; Features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38328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38328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Stories Feed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Horizontal scrollable story cards at top.</a:t>
            </a:r>
            <a:br/>
            <a:r>
              <a:t>Users can create and view 24h stories.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338328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33832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Create Post Box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Text input + Media upload + Schedule +</a:t>
            </a:r>
            <a:br/>
            <a:r>
              <a:t>CTA buttons. Supports IMAGE/VIDEO/TEXT types.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338328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33832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520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Live Analytics Sidebar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Shows total views, likes, shares, comments</a:t>
            </a:r>
            <a:br/>
            <a:r>
              <a:t>in real-time for Business/Creator users.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93776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93776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Trending Topics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394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Fetched from search service. Shows</a:t>
            </a:r>
            <a:br/>
            <a:r>
              <a:t>popular hashtags and search terms.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7680" y="493776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97680" y="493776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Post Cards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5394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Each post shows author info, content, media,</a:t>
            </a:r>
            <a:br/>
            <a:r>
              <a:t>like/comment/share buttons, timestamps.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4937760"/>
            <a:ext cx="3474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38160" y="493776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Infinite Scroll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5394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Paginated feed (page=0, size=10).</a:t>
            </a:r>
            <a:br/>
            <a:r>
              <a:t>Loads more posts as user scrolls.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Post Creation &amp; Business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Create, Schedule, CTA, Partnerships &amp; Product Tags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6/14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Normal Post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92024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Write content</a:t>
            </a:r>
            <a:br/>
            <a:r>
              <a:t>+ attach media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77440" y="1783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554480"/>
            <a:ext cx="1920240" cy="7315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Upload media to</a:t>
            </a:r>
            <a:br/>
            <a:r>
              <a:t>POST /api/media/upload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63440" y="1783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192024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POST /api/posts</a:t>
            </a:r>
            <a:br/>
            <a:r>
              <a:t>with content + mediaUrls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49440" y="1783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554480"/>
            <a:ext cx="192024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PostService saves</a:t>
            </a:r>
            <a:br/>
            <a:r>
              <a:t>to MySQL (post_db)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35440" y="1783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0" y="1554480"/>
            <a:ext cx="192024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Post appears</a:t>
            </a:r>
            <a:br/>
            <a:r>
              <a:t>in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Scheduled Post with CTA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926080"/>
            <a:ext cx="192024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User selects date,</a:t>
            </a:r>
            <a:br/>
            <a:r>
              <a:t>time, CTA label &amp; URL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377440" y="31546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43200" y="2926080"/>
            <a:ext cx="1920240" cy="7315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Frontend builds ISO</a:t>
            </a:r>
            <a:br/>
            <a:r>
              <a:t>datetime + request body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663440" y="31546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0" y="2926080"/>
            <a:ext cx="192024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POST /api/posts/</a:t>
            </a:r>
            <a:br/>
            <a:r>
              <a:t>schedule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949440" y="31546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0" y="2926080"/>
            <a:ext cx="192024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Post saved with</a:t>
            </a:r>
            <a:br/>
            <a:r>
              <a:t>isPublished=false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235440" y="31546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01200" y="2926080"/>
            <a:ext cx="192024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Scheduler publishes</a:t>
            </a:r>
            <a:br/>
            <a:r>
              <a:t>at scheduled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User Type Differences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2976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297680"/>
            <a:ext cx="5303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434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BUSINESS Account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7548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• Post Categories: Standard, Announcement, Product Update</a:t>
            </a:r>
            <a:br/>
            <a:r>
              <a:t>• Call To Action: Shop Now, Learn More, Sign Up, Contact Us,</a:t>
            </a:r>
            <a:br/>
            <a:r>
              <a:t>  Download, Subscribe, Book Now</a:t>
            </a:r>
            <a:br/>
            <a:r>
              <a:t>• CTA URL: Link to external page</a:t>
            </a:r>
            <a:br/>
            <a:r>
              <a:t>• No paid partnership or product tagging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29768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29768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434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CREATOR Account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• All Business features PLUS:</a:t>
            </a:r>
            <a:br/>
            <a:r>
              <a:t>• Paid Partnership Disclosure: Mark as sponsored,</a:t>
            </a:r>
            <a:br/>
            <a:r>
              <a:t>  enter brand partner name (e.g. Nike, Apple)</a:t>
            </a:r>
            <a:br/>
            <a:r>
              <a:t>• Product Tagging: Comma-separated tags</a:t>
            </a:r>
            <a:br/>
            <a:r>
              <a:t>  (e.g. Shoes, Watch, Sunglasses)</a:t>
            </a:r>
            <a:br/>
            <a:r>
              <a:t>• Partnership info stored in partnerName &amp; productTags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Social Interactions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Likes, Comments &amp; Shares — Interaction Service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7/14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Like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User clicks ❤ → Frontend calls POST /api/posts/{id}/like → API Gateway routes to Interaction Service → Checks if already liked (unique constraint: user_id + post_id) → If not liked: saves Like entity, sends notification to post author via Notification Service (Feign) → If already liked: returns 'Already liked'. Unlike: DELETE /api/posts/{id}/like removes the Like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Comment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User types comment → POST /api/posts/{id}/comments with {content, parentId?} → Interaction Service saves Comment entity (supports nested replies via parentId) → Notification sent to post author → Comments fetched with pagination: GET /api/posts/{id}/comments?page=0&amp;size=10 → Each comment enriched with author name/avatar from User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Share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User clicks Share → POST /api/posts/{id}/share with optional {comment} → Creates Share entity with REPOST type → Notification sent to original post author → Share count visible in post cards and analytics. Shares tracked per user in shares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View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When a user's feed loads, each post records a view: POST /api/posts/{id}/view → PostView entity with unique constraint (post_id + user_id) ensures each user counted only once per post → View count used in analytics dashboard. No duplicate counting on page refresh.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Dependencies: LikeRepository, CommentRepository, ShareRepository, PostViewRepository, NotificationServiceClient (Feign), UserServiceClient (Feign)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Direct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Real-time messaging between connected users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8/14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Conversation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/api/messages/conversations</a:t>
            </a:r>
            <a:br/>
            <a:r>
              <a:t>Returns list of conversations with last message preview,</a:t>
            </a:r>
            <a:br/>
            <a:r>
              <a:t>timestamp, unread count. Sorted by newest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Load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737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/api/messages/conversation/{recipientId}</a:t>
            </a:r>
            <a:br/>
            <a:r>
              <a:t>Fetches paginated messages between two users.</a:t>
            </a:r>
            <a:br/>
            <a:r>
              <a:t>Messages shown in chronological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Send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POST /api/messages with {recipientId, content, type}</a:t>
            </a:r>
            <a:br/>
            <a:r>
              <a:t>Supports TEXT, IMAGE, VOICE message types.</a:t>
            </a:r>
            <a:br/>
            <a:r>
              <a:t>Notification sent to recipient.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Real-time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WebSocket connection via STOMP protocol.</a:t>
            </a:r>
            <a:br/>
            <a:r>
              <a:t>New messages pushed instantly to recipients.</a:t>
            </a:r>
            <a:br/>
            <a:r>
              <a:t>No polling needed — server pushes updates.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84048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Message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976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Read receipts, typing indicators, message deletion.</a:t>
            </a:r>
            <a:br/>
            <a:r>
              <a:t>Voice messages recorded in browser and uploaded.</a:t>
            </a:r>
            <a:br/>
            <a:r>
              <a:t>Image messages use media upload service.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84048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976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Messages stored in User Service database.</a:t>
            </a:r>
            <a:br/>
            <a:r>
              <a:t>Frontend uses RxJS observables for reactive updates.</a:t>
            </a:r>
            <a:br/>
            <a:r>
              <a:t>Conversations sorted by lastMessageTime descending.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Explore &amp;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Search, Follow/Unfollow &amp; Network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9/14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Explore /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554480"/>
            <a:ext cx="20116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User types query</a:t>
            </a:r>
            <a:br/>
            <a:r>
              <a:t>in search bar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6000" y="182880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1554480"/>
            <a:ext cx="201168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GET /api/search/all?</a:t>
            </a:r>
            <a:br/>
            <a:r>
              <a:t>query=... (debounced)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17720" y="182880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1554480"/>
            <a:ext cx="201168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SearchController calls</a:t>
            </a:r>
            <a:br/>
            <a:r>
              <a:t>UserService + PostService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49440" y="182880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79" y="1554480"/>
            <a:ext cx="201168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Users filtered: PRIVATE</a:t>
            </a:r>
            <a:br/>
            <a:r>
              <a:t>accounts excluded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1159" y="182880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0" y="1554480"/>
            <a:ext cx="201168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600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Results shown in</a:t>
            </a:r>
            <a:br/>
            <a:r>
              <a:t>All / Users / Posts tabs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Follow / Unfollow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017520"/>
            <a:ext cx="201168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63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User clicks Follow</a:t>
            </a:r>
            <a:br/>
            <a:r>
              <a:t>on profile card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286000" y="329184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06040" y="3017520"/>
            <a:ext cx="201168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3063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POST /api/users/</a:t>
            </a:r>
            <a:br/>
            <a:r>
              <a:t>{id}/follow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617720" y="329184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37760" y="3017520"/>
            <a:ext cx="201168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063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Connection Service</a:t>
            </a:r>
            <a:br/>
            <a:r>
              <a:t>creates Follow record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949440" y="329184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69479" y="3017520"/>
            <a:ext cx="201168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19" y="3063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FOLLOW notification</a:t>
            </a:r>
            <a:br/>
            <a:r>
              <a:t>sent to target user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281159" y="3291840"/>
            <a:ext cx="32004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01200" y="3017520"/>
            <a:ext cx="20116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3063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Follower/Following</a:t>
            </a:r>
            <a:br/>
            <a:r>
              <a:t>counts updated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Privacy &amp; Suggestions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480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48056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617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Privacy 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9377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Users can set profile to PUBLIC or PRIVATE.</a:t>
            </a:r>
            <a:br/>
            <a:r>
              <a:t>PRIVATE users are excluded from:</a:t>
            </a:r>
            <a:br/>
            <a:r>
              <a:t>• Search results (searchUsers query filter)</a:t>
            </a:r>
            <a:br/>
            <a:r>
              <a:t>• Suggested users (findSuggestions query filter)</a:t>
            </a:r>
            <a:br/>
            <a:r>
              <a:t>• Explore page discovery</a:t>
            </a:r>
            <a:br/>
            <a:r>
              <a:t>Privacy updated via PATCH /api/users/me/privacy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4480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448056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4617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Suggested Users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9377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/api/users/suggested returns non-private,</a:t>
            </a:r>
            <a:br/>
            <a:r>
              <a:t>email-verified users excluding current user.</a:t>
            </a:r>
            <a:br/>
            <a:r>
              <a:t>Shown in Explore page sidebar.</a:t>
            </a:r>
            <a:br/>
            <a:r>
              <a:t>Algorithm: Basic exclusion filter.</a:t>
            </a:r>
            <a:br/>
            <a:r>
              <a:t>Future: ML-based recommendation engine.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4480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448056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4617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Connection Stats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9377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/api/users/{id}/connection-stats returns:</a:t>
            </a:r>
            <a:br/>
            <a:r>
              <a:t>• followersCount — users following you</a:t>
            </a:r>
            <a:br/>
            <a:r>
              <a:t>• followingCount — users you follow</a:t>
            </a:r>
            <a:br/>
            <a:r>
              <a:t>Used in profile page and analytics.</a:t>
            </a:r>
            <a:br/>
            <a:r>
              <a:t>Stored in Connection Service (connection_db).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Profile &amp;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User profile management and notification system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Profile Page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Profile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Cover photo, avatar, name, bio, location,</a:t>
            </a:r>
            <a:br/>
            <a:r>
              <a:t>website, user type badge, follower stats.</a:t>
            </a:r>
            <a:br/>
            <a:r>
              <a:t>GET /api/users/{id} + connection-stats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5544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Edit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011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PUT /api/users/me with ProfileUpdateRequest.</a:t>
            </a:r>
            <a:br/>
            <a:r>
              <a:t>Updates name, bio, location, avatar,</a:t>
            </a:r>
            <a:br/>
            <a:r>
              <a:t>cover photo, business info, social links.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User Posts 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/api/posts/user/{id} — paginated.</a:t>
            </a:r>
            <a:br/>
            <a:r>
              <a:t>Shows all posts by the user with</a:t>
            </a:r>
            <a:br/>
            <a:r>
              <a:t>like/comment/share counts.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55448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55448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Bookmarks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011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GET /api/interactions/bookmarks.</a:t>
            </a:r>
            <a:br/>
            <a:r>
              <a:t>Saved posts for later reading.</a:t>
            </a:r>
            <a:br/>
            <a:r>
              <a:t>Toggle via POST/DELETE bookmark endpoint.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Notification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40480"/>
            <a:ext cx="192024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86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Action triggers</a:t>
            </a:r>
            <a:br/>
            <a:r>
              <a:t>notification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377440" y="4069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3840480"/>
            <a:ext cx="1920240" cy="7315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886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Interaction Service</a:t>
            </a:r>
            <a:br/>
            <a:r>
              <a:t>calls Notification API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663440" y="4069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0" y="3840480"/>
            <a:ext cx="192024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886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Check user prefs</a:t>
            </a:r>
            <a:br/>
            <a:r>
              <a:t>(granular per-type)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49440" y="4069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3840480"/>
            <a:ext cx="192024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886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If allowed: save</a:t>
            </a:r>
            <a:br/>
            <a:r>
              <a:t>Notification entity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235440" y="4069080"/>
            <a:ext cx="36576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01200" y="3840480"/>
            <a:ext cx="192024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3886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Frontend polls</a:t>
            </a:r>
            <a:br/>
            <a:r>
              <a:t>unread 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Granular Notification Preferences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12080"/>
            <a:ext cx="1737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212080"/>
            <a:ext cx="17373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Likes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notifyLike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77440" y="5212080"/>
            <a:ext cx="1737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77440" y="5212080"/>
            <a:ext cx="17373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Comments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notifyComment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7680" y="5212080"/>
            <a:ext cx="1737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5212080"/>
            <a:ext cx="17373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New Followers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notifyNewFollower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5212080"/>
            <a:ext cx="1737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5212080"/>
            <a:ext cx="17373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Shares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notifyShare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8160" y="5212080"/>
            <a:ext cx="1737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38160" y="5212080"/>
            <a:ext cx="17373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Connections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notifyConnectionRequest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0" y="5212080"/>
            <a:ext cx="1737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58400" y="5212080"/>
            <a:ext cx="17373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4984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emailNotifications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Types: LIKE, COMMENT, SHARE, FOLLOW, MENTION, SYSTEM | Checked in NotificationController before saving | Stored in UserSettings 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Data aggregation from multiple services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11/14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How Analytics Collects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554480"/>
            <a:ext cx="17830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User opens</a:t>
            </a:r>
            <a:br/>
            <a:r>
              <a:t>Analytics page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5740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0280" y="1554480"/>
            <a:ext cx="178308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6002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GET /api/analytics/</a:t>
            </a:r>
            <a:br/>
            <a:r>
              <a:t>overview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2336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1554480"/>
            <a:ext cx="178308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6002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Fetch follower count</a:t>
            </a:r>
            <a:br/>
            <a:r>
              <a:t>from Connection Service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199" y="1554480"/>
            <a:ext cx="178308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16002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Fetch user's post IDs</a:t>
            </a:r>
            <a:br/>
            <a:r>
              <a:t>from Post Service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55279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178308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6002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Count likes, comments,</a:t>
            </a:r>
            <a:br/>
            <a:r>
              <a:t>shares, views per post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21240" y="1828800"/>
            <a:ext cx="182880" cy="1371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04120" y="1554480"/>
            <a:ext cx="178308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160020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Aggregate &amp;</a:t>
            </a:r>
            <a:br/>
            <a:r>
              <a:t>return totals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Analytics Endpoints &amp;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1752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1752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/api/analytics/overview</a:t>
            </a:r>
            <a:br/>
            <a:br/>
            <a:r>
              <a:t>Returns: totalViews, totalLikes,</a:t>
            </a:r>
            <a:br/>
            <a:r>
              <a:t>totalComments, totalShares,</a:t>
            </a:r>
            <a:br/>
            <a:r>
              <a:t>totalFollowers, totalPosts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01752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0175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Post 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474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/api/analytics/posts</a:t>
            </a:r>
            <a:br/>
            <a:br/>
            <a:r>
              <a:t>Per-post breakdown: likes, comments,</a:t>
            </a:r>
            <a:br/>
            <a:r>
              <a:t>shares, views for each post.</a:t>
            </a:r>
            <a:br/>
            <a:r>
              <a:t>Top 5 posts by engagement.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01752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01752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Follower Growth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74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/api/analytics/followers</a:t>
            </a:r>
            <a:br/>
            <a:br/>
            <a:r>
              <a:t>Follower count over time.</a:t>
            </a:r>
            <a:br/>
            <a:r>
              <a:t>New followers per day/week.</a:t>
            </a:r>
            <a:br/>
            <a:r>
              <a:t>Growth trend data.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3776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Engagement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94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/api/analytics/engagement</a:t>
            </a:r>
            <a:br/>
            <a:br/>
            <a:r>
              <a:t>Total engagement across all posts.</a:t>
            </a:r>
            <a:br/>
            <a:r>
              <a:t>Engagement = likes + comments + shares.</a:t>
            </a:r>
            <a:br/>
            <a:r>
              <a:t>Rate = engagement / views.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4937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493776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Audience Demographics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394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/api/analytics/audience</a:t>
            </a:r>
            <a:br/>
            <a:br/>
            <a:r>
              <a:t>Real follower breakdown by account type.</a:t>
            </a:r>
            <a:br/>
            <a:r>
              <a:t>Personal, Creator, Business counts.</a:t>
            </a:r>
            <a:br/>
            <a:r>
              <a:t>Fetched from User Service via Feign.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4937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493776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Profile Views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394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/api/analytics/profile-views</a:t>
            </a:r>
            <a:br/>
            <a:br/>
            <a:r>
              <a:t>Track who views your profile.</a:t>
            </a:r>
            <a:br/>
            <a:r>
              <a:t>Real view counting with</a:t>
            </a:r>
            <a:br/>
            <a:r>
              <a:t>PostView entity (unique per user).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400800"/>
            <a:ext cx="112471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Dependencies: AnalyticsController (Interaction Service) → PostServiceClient (Feign) → ConnectionServiceClient (Feign) → LikeRepo, CommentRepo, ShareRepo, PostViewRepo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Docker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Database-per-Service pattern with Docker Compose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12/14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Docker Compose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645920"/>
            <a:ext cx="21031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4592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828800"/>
            <a:ext cx="100584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470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MySQL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mysql-user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Port: 3307 | DB: user_db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Users, Auth</a:t>
            </a:r>
            <a:br/>
            <a:r>
              <a:t>Settings, Profiles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645920"/>
            <a:ext cx="21031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164592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1828800"/>
            <a:ext cx="100584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8470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MySQL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mysql-post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Port: 3308 | DB: post_db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Posts, Media</a:t>
            </a:r>
            <a:br/>
            <a:r>
              <a:t>Scheduled, CTA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1645920"/>
            <a:ext cx="21031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1645920"/>
            <a:ext cx="21031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77840" y="1828800"/>
            <a:ext cx="100584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18470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MySQL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mysql-interaction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Port: 3309 | DB: interaction_db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Likes, Comments</a:t>
            </a:r>
            <a:br/>
            <a:r>
              <a:t>Shares, 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645920"/>
            <a:ext cx="21031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1645920"/>
            <a:ext cx="21031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55280" y="1828800"/>
            <a:ext cx="100584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18470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MySQL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mysql-connection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Port: 3310 | DB: connection_db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Followers</a:t>
            </a:r>
            <a:br/>
            <a:r>
              <a:t>Following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1645920"/>
            <a:ext cx="21031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4080" y="1645920"/>
            <a:ext cx="21031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332720" y="1828800"/>
            <a:ext cx="100584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18470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MySQL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mysql-notification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Port: 3311 | DB: notification_db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Segoe UI"/>
              </a:defRPr>
            </a:pPr>
            <a:r>
              <a:t>Notifications</a:t>
            </a:r>
            <a:br/>
            <a:r>
              <a:t>Preferences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Why Docker for This Project?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42976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29768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Isolation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754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Each service has its own database</a:t>
            </a:r>
            <a:br/>
            <a:r>
              <a:t>container — no schema conflicts.</a:t>
            </a:r>
            <a:br/>
            <a:r>
              <a:t>Data persisted in Docker volumes.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51760" y="42976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51760" y="429768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Reproducibility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754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docker-compose up -d starts all</a:t>
            </a:r>
            <a:br/>
            <a:r>
              <a:t>5 databases with correct configs.</a:t>
            </a:r>
            <a:br/>
            <a:r>
              <a:t>Same environment everywhere.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0" y="42976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429768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Database per Service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0" y="4754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True microservices pattern — each</a:t>
            </a:r>
            <a:br/>
            <a:r>
              <a:t>service owns its data. No shared</a:t>
            </a:r>
            <a:br/>
            <a:r>
              <a:t>database coupling between services.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0" y="42976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06640" y="4297680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Easy Scaling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4754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Scale individual containers</a:t>
            </a:r>
            <a:br/>
            <a:r>
              <a:t>independently based on load.</a:t>
            </a:r>
            <a:br/>
            <a:r>
              <a:t>Add replicas as needed.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84080" y="42976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84080" y="4297680"/>
            <a:ext cx="2103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696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Dev/Prod Parity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4754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Same Docker containers in dev,</a:t>
            </a:r>
            <a:br/>
            <a:r>
              <a:t>staging, and production.</a:t>
            </a:r>
            <a:br/>
            <a:r>
              <a:t>No 'works on my machine' issues.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6153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F3D0"/>
                </a:solidFill>
                <a:latin typeface="Segoe UI"/>
              </a:defRPr>
            </a:pPr>
            <a:r>
              <a:t>$ docker-compose up -d   |   5 MySQL containers   |   Persistent volumes   |   Auto-restart on failure   |   Network isolation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Makes RevConnect Unique?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Segoe UI"/>
              </a:defRPr>
            </a:pPr>
            <a:r>
              <a:t>How we stand apart from Instagram, Facebook &amp; other social platforms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-274320"/>
            <a:ext cx="731520" cy="7315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13/14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394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Microservices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Instagram &amp; Facebook use monolithic or large-scale proprietary architectures. RevConnect demonstrates a clean microservices approach with 7 independent services, each with its own database — making it highly scalable, maintainable, and fault-tolerant.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Three User Types with Business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Unlike Instagram/Facebook which have limited business profiles, RevConnect offers Standard, Business, and Creator accounts — each with tailored features like CTA buttons (Shop Now, Learn More), paid partnership disclosures, product tagging, and post scheduling.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Real Analytics with Multi-Service Aggregation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RevConnect's analytics dashboard aggregates data from Interaction, Connection, and Post services via Feign clients — providing real engagement metrics, follower demographics by account type, and per-post performance. Not mock data — real aggregated microservice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Granular Notification 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83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Users control notifications per type (likes, comments, shares, followers) independently — not just a global on/off switch. The notification service checks user preferences before creating any notification, respecting user choice at every level.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3949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True Service Discovery &amp;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Uses Netflix Eureka for dynamic service registration and Spring Cloud Gateway for intelligent routing, JWT authentication, and circuit breakers — a production-grade microservices setup that Instagram/Facebook don't expose to developers.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6344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663440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Open Source &amp; Educational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Built as a learning project that demonstrates full-stack microservices development with real-world patterns: database-per-service, API gateway, Feign clients, Docker containers, CI/CD pipelines, and AWS deployment — a complete portfolio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2286000" cy="22860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-274320"/>
            <a:ext cx="1645920" cy="16459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1828800"/>
            <a:ext cx="1371600" cy="13716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754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0" y="548640"/>
            <a:ext cx="640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5669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4320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61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47120" y="3017520"/>
            <a:ext cx="54864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3035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21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502920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5047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18288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8288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137160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55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3716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55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594360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5961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94360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961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109728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  <a:latin typeface="Segoe UI"/>
              </a:defRPr>
            </a:pPr>
            <a:r>
              <a:t>♥  Thank You!  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19202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☆ RevConnect — A Microservices-Based Social Media Platform 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2651760"/>
            <a:ext cx="39620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28346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Segoe UI"/>
              </a:defRPr>
            </a:pPr>
            <a:r>
              <a:t>★  Team Members  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347472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0" y="3474720"/>
            <a:ext cx="17373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65960" y="35661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6596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Pavani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347472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0" y="3474720"/>
            <a:ext cx="1737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77640" y="35661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4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Naveen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0" y="347472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94960" y="3474720"/>
            <a:ext cx="17373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89320" y="35661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Ashritha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347472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06640" y="3474720"/>
            <a:ext cx="17373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01000" y="35661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100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Bala Avinash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18320" y="347472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18320" y="3474720"/>
            <a:ext cx="17373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12680" y="356616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1268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Pavan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466344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✦ Angular 19 + Spring Boot 3 + Docker + AWS ✦</a:t>
            </a:r>
            <a:br/>
            <a:r>
              <a:t>○ 7 Microservices  |  ○ 5 MySQL Databases  |  ○ JWT Auth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5440680"/>
            <a:ext cx="3047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28800" y="55778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★ Questions &amp; Discussion 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28800" y="60350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We'd love to hear your feedback!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